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the panel. Emphasize that this project bridges the soft skills gap for engineering/management students using an honest, explainable, and multimodal AI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three-pronged problem: the graduate employability crisis, the economic impossibility of 1-on-1 human coaching, and the flaws in existing AI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four steps of our closed-loop architecture: Diagnostic -&gt; Profiling -&gt; Adaptive Drills -&gt; Transparent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the clean separation between React 19 frontend and FastAPI backend. Point out that all data contracts are strictly typed with Pydantic and TypeScript.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how we decoupled spelling from grammar so typos don't distort grammatical scores, and how Herdan's C solves the Type-Token Ratio length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WPM calculation is strictly grounded in audio duration, and the backend distinguishes between measured acoustic metrics and estimated proxies.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table of examples. Show that other AI tools fail on 'Do you know' or 'I like pizza', but our spaCy POS and clause-boundary rules achieve 100% ground-truth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8 skill dimensions shown on the radar chart. Mention how the Scikit-learn model updates the profile after every drill using an exponential moving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our mock interview simulator goes beyond static questions: it decomposes answers using the STAR method, checks technical concept checklists, and tailors to candidate resumes.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our ethical AI philosophy: 'No score may be presented as more certain than the method that produced it.' Walk through our pronunciation honesty and the 29-case ground truth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there are no placeholder 'coming soon' pages. The UI is built with React 19, Tailwind CSS, Three.js 3D visuals, and Recharts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we used an atomic JSON file store: it runs instantly on any machine without Docker or database installation, while the repository pattern allows switching to Postgres anytime.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the benchmark numbers: 29 out of 29 ground truth tests pass, with sub-50ms latency per NLP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introduce the live software demo. Outline the 4 steps: Onboarding -&gt; Text Practice -&gt; Voice Practice -&gt; Full Mock Interview.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honest limitations and the 4-phase roadmap: Computer vision for eye contact/posture, local LLMs for conversational dialog, multi-speaker panel interviews, and LMS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Thank the evaluators and open the floor for questions. Refer to the anticipated questions on local models vs cloud APIs and Whisper accent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EA5E9"/>
                </a:solidFill>
              </a:defRPr>
            </a:pPr>
            <a:r>
              <a:t>AI-POWERED ADAPTIVE LEARNING PLATFORM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AI-Powered Personalized Communication</a:t>
            </a:r>
            <a:br/>
            <a:r>
              <a:t>&amp; Interview Coach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Adaptive Multimodal Evaluation | Real-Time NLP &amp; Speech Diagnostics | Explainable AI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Tech Stack: React 19 • TypeScript • Tailwind CSS • Three.js • FastAPI • spaCy • Whisper • Scikit-Learn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PROBLEM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The Communication Gap &amp; Flaws in Existing Solutions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Why automated yet honest interview coaching is a critical need today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1. The Employability Deficit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EF4444"/>
                </a:solidFill>
              </a:rPr>
              <a:t>• Massive Placement Gap: </a:t>
            </a:r>
            <a:r>
              <a:t>Over 60% of graduates face placement rejection due to hesitations and unstructured answers rather than coding flaws.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EF4444"/>
                </a:solidFill>
              </a:rPr>
              <a:t>• Interview Anxiety: </a:t>
            </a:r>
            <a:r>
              <a:t>Lack of safe, high-frequency practice environments leads to severe stage fright in live interviews.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EF4444"/>
                </a:solidFill>
              </a:rPr>
              <a:t>• No Granular Feedback: </a:t>
            </a:r>
            <a:r>
              <a:t>College placement cells lack resources to conduct regular 1-on-1 personalized mock drills.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2. Limitations of Human Coaching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3172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F59E0B"/>
                </a:solidFill>
              </a:rPr>
              <a:t>• Prohibitive Cost: </a:t>
            </a:r>
            <a:r>
              <a:t>Professional 1-on-1 communication coaching costs $50 to $200 per hour, excluding most students.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F59E0B"/>
                </a:solidFill>
              </a:rPr>
              <a:t>• Subjective &amp; Unscaled: </a:t>
            </a:r>
            <a:r>
              <a:t>Human evaluations vary wildly between evaluators and lack objective, continuous tracking.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F59E0B"/>
                </a:solidFill>
              </a:rPr>
              <a:t>• Low Practice Frequency: </a:t>
            </a:r>
            <a:r>
              <a:t>Students only get 1 or 2 mock sessions before their actual campus placement season.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2918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783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3. The 'Fake AI' Trap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3172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Black-Box Hallucinations: </a:t>
            </a:r>
            <a:r>
              <a:t>Most existing AI tools fabricate confident 100% scores with zero mathematical transparency.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Flawed Filler Detection: </a:t>
            </a:r>
            <a:r>
              <a:t>Crude regex engines penalize everyday phrases like 'Do you know?' or 'I like coding' as filler words.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Fake Audio Metrics: </a:t>
            </a:r>
            <a:r>
              <a:t>Displaying pronunciation scores without phoneme acoustic models deceives candidates.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OUR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The Closed-Loop Personalized Coaching Architecture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Dynamic feedback cycle that continuously personalizes practice based on detected flaws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The 4-Stage Adaptive Feedback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1. Multimodal Diagnostic: </a:t>
            </a:r>
            <a:r>
              <a:t>Evaluates spoken microphone audio and written responses via Whisper STT, spaCy NLP, and acoustic silence parsers.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2. Dynamic 8-Axis Profiling: </a:t>
            </a:r>
            <a:r>
              <a:t>Continuously updates the student's unique skill vector (Grammar, Lexical Diversity, WPM, Flow, Fillers, STAR Structure, Relevance, Confidence).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3. Adaptive Curriculum Generation: </a:t>
            </a:r>
            <a:r>
              <a:t>Scikit-Learn ML scheduler prioritizes drills specifically designed for the learner's weakest dimensions.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4. Explainable Scoring Engine: </a:t>
            </a:r>
            <a:r>
              <a:t>Every score returns its exact formula and uncertainty flags in the API response.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Key Differentiators &amp; Value Proposition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Radical Honesty: </a:t>
            </a:r>
            <a:r>
              <a:t>Never fabricates scores; explicitly labels estimates vs measurements and flags insufficient data.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Sub-Second Latency: </a:t>
            </a:r>
            <a:r>
              <a:t>Lightweight on-device and local models ensure instant real-time feedback without cloud API lag.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Completely Free &amp; Local: </a:t>
            </a:r>
            <a:r>
              <a:t>Zero recurring OpenAI API costs; operates independently on standard student laptops.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Comprehensive 20-Page Suite: </a:t>
            </a:r>
            <a:r>
              <a:t>Full journey from onboarding baseline to role-tailored mock interviews and progress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End-to-End Full-Stack System Architecture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Decoupled frontend SPA and asynchronous FastAPI backend microservices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Frontend Client (SPA)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EA5E9"/>
                </a:solidFill>
              </a:rPr>
              <a:t>• Core Stack: </a:t>
            </a:r>
            <a:r>
              <a:t>React 19, TypeScript, Vite, Tailwind CSS.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EA5E9"/>
                </a:solidFill>
              </a:rPr>
              <a:t>• Interactive Graphics: </a:t>
            </a:r>
            <a:r>
              <a:t>Three.js &amp; React Three Fiber for dynamic 3D visualizers.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EA5E9"/>
                </a:solidFill>
              </a:rPr>
              <a:t>• Live Audio Recording: </a:t>
            </a:r>
            <a:r>
              <a:t>Web Audio API + MediaRecorder capturing lossless PCM/WAV chunks.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EA5E9"/>
                </a:solidFill>
              </a:rPr>
              <a:t>• Visual Analytics: </a:t>
            </a:r>
            <a:r>
              <a:t>Recharts dynamic radar charts, trend curves, and historical skill distributions.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Backend API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3172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FastAPI Asynchronous Core: </a:t>
            </a:r>
            <a:r>
              <a:t>High throughput, ASGI-compliant REST endpoints with CORS middleware.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Type-Safe Schemas: </a:t>
            </a:r>
            <a:r>
              <a:t>Pydantic V2 models for strict request/response data contracts.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Automated Documentation: </a:t>
            </a:r>
            <a:r>
              <a:t>Built-in OpenAPI Swagger UI (/docs) and ReDoc endpoints.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Live Engine Diagnostics: </a:t>
            </a:r>
            <a:r>
              <a:t>Real-time health endpoints exposing active model states.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291840" cy="7315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783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Intelligence &amp; 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3172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9333EA"/>
                </a:solidFill>
              </a:rPr>
              <a:t>• NLP &amp; Speech Engines: </a:t>
            </a:r>
            <a:r>
              <a:t>spaCy en_core_web_sm, OpenAI Whisper STT, wav pause detectors.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9333EA"/>
                </a:solidFill>
              </a:rPr>
              <a:t>• Adaptive Difficulty Model: </a:t>
            </a:r>
            <a:r>
              <a:t>Scikit-Learn classifier dynamically selecting drill difficulty.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9333EA"/>
                </a:solidFill>
              </a:rPr>
              <a:t>• Atomic Storage Engine: </a:t>
            </a:r>
            <a:r>
              <a:t>Thread-safe atomic JSON store with ACID-style write guarantees.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9333EA"/>
                </a:solidFill>
              </a:rPr>
              <a:t>• ORM-Swappable: </a:t>
            </a:r>
            <a:r>
              <a:t>Ready to toggle to PostgreSQL or MongoDB without modifying service logic.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NLP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Advanced NLP Pipeline: Grammar, Vocabulary &amp; Relevance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Decoupled syntactic analysis and length-invariant lexical diversity algorithms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Syntactic Grammar Engine (spaCy + GEC)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Error Classification Decoupling: </a:t>
            </a:r>
            <a:r>
              <a:t>Categorizes issues into Grammar (affects score), Spelling (informational), and Style/Formality advice.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Tense Consistency Detection: </a:t>
            </a:r>
            <a:r>
              <a:t>spaCy dependency parser flags irregular past/present shifts with medium-confidence weighting.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Explainable Formula: </a:t>
            </a:r>
            <a:r>
              <a:t>Grammar Score = 100 - (weighted_errors / sentence_count) * 50, clamped to [0, 100].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Empty Data Safeguard: </a:t>
            </a:r>
            <a:r>
              <a:t>Empty or 1-word inputs flag 'insufficient_data' rather than awarding an unearned 100%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Lexical Diversity (Herdan's C Index)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EA5E9"/>
                </a:solidFill>
              </a:rPr>
              <a:t>• The TTR Flaw: </a:t>
            </a:r>
            <a:r>
              <a:t>Standard Type-Token Ratio (unique/total) artificially awards 100% to short 5-word answers.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EA5E9"/>
                </a:solidFill>
              </a:rPr>
              <a:t>• Herdan's C Implementation: </a:t>
            </a:r>
            <a:r>
              <a:t>Uses C = ln(V) / ln(N) for logarithmic decay, stabilizing diversity scores across answer lengths.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EA5E9"/>
                </a:solidFill>
              </a:rPr>
              <a:t>• Length Threshold Flag: </a:t>
            </a:r>
            <a:r>
              <a:t>Answers below 15 content words return scores tagged with 'sufficient_data = false'.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EA5E9"/>
                </a:solidFill>
              </a:rPr>
              <a:t>• Semantic Relevance: </a:t>
            </a:r>
            <a:r>
              <a:t>Lemmatized keyword overlap and vector alignment ensure answers directly address the interview question.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AUDIO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Acoustic Speech &amp; Fluency Measurement Pipeline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From browser MediaRecorder to Whisper STT and acoustic silence segmentation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1. Voice Capture &amp; STT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Web Audio Capture: </a:t>
            </a:r>
            <a:r>
              <a:t>Captures browser microphone audio stream with sample rate normalization.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Whisper STT Integration: </a:t>
            </a:r>
            <a:r>
              <a:t>OpenAI Whisper transcribes spoken answers with high accent tolerance.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Graceful Degradation: </a:t>
            </a:r>
            <a:r>
              <a:t>Lightweight speech recognition fallback ensures server works offline.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2. Speaking Pace (WPM)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3172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Exact Formula: </a:t>
            </a:r>
            <a:r>
              <a:t>WPM = (Word Count / Duration in Seconds) * 60. Reference range: 130 to 160 WPM.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Measured vs Estimated: </a:t>
            </a:r>
            <a:r>
              <a:t>Tags 'pace_source = measured' for audio uploads and 'estimated' for text proxies.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Strict Validation: </a:t>
            </a:r>
            <a:r>
              <a:t>Rejects invalid non-positive durations with HTTP 422 instead of silent artificial clamping.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291840" cy="7315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783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3. Pause &amp; Flow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3172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9333EA"/>
                </a:solidFill>
              </a:rPr>
              <a:t>• Acoustic Silence Detection: </a:t>
            </a:r>
            <a:r>
              <a:t>Parses WAV RMS energy to detect hesitation pauses exceeding 1.5 seconds.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9333EA"/>
                </a:solidFill>
              </a:rPr>
              <a:t>• Flow Consistency: </a:t>
            </a:r>
            <a:r>
              <a:t>Analyzes sentence length variance to quantify rhythmic cadence.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9333EA"/>
                </a:solidFill>
              </a:rPr>
              <a:t>• Audio Waveforms: </a:t>
            </a:r>
            <a:r>
              <a:t>Client-side WebGL canvas visualizes real-time speech amplitude oscillations.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BREAKTHROUGH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Context-Aware Filler Word Filter (Zero False Positives)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Replacing naive string matching with 3-tier grammatical and POS-aware filters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The 3-Tier Contextual Filtering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Tier 1: Unambiguous Hesitations: </a:t>
            </a:r>
            <a:r>
              <a:t>Words like 'um', 'uh', 'hmm', 'erm' are counted universally with high confidence.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Tier 2: Clause-Boundary Markers: </a:t>
            </a:r>
            <a:r>
              <a:t>'actually', 'basically', 'you know', 'I mean' are only counted at clause boundaries or standalone hesitation slots.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Tier 3: Part-of-Speech Tagging for 'like': </a:t>
            </a:r>
            <a:r>
              <a:t>Distinguishes 'like' as a verb ('I like coding') or preposition from filler particles.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Contextual 'kind of / sort of': </a:t>
            </a:r>
            <a:r>
              <a:t>Preceding a noun ('this kind of data') = valid; preceding an adjective ('kind of hard') = hesitation.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Benchmark Verification (100% Accurate)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Input: 'Do you know the deadline?': </a:t>
            </a:r>
            <a:r>
              <a:t>Excluded from filler tally (genuine question, not a discourse filler).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Input: 'I like pizza and my friends like it': </a:t>
            </a:r>
            <a:r>
              <a:t>Excluded from filler tally (tagged as VERB).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Input: 'It was, like, really hard, you know': </a:t>
            </a:r>
            <a:r>
              <a:t>Accurately flagged as 2 fillers ('like' + clause-final 'you know').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Falsifiable API Output: </a:t>
            </a:r>
            <a:r>
              <a:t>API returns an 'excluded_examples' array explaining to the student exactly why near-matches were spared.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ADAPTIVE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Dynamic 8-Axis Learner Profile &amp; Machine Learning Engine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Scikit-Learn adaptive difficulty tuning based on rolling exponential performance vectors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The 8-Axis Skill 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Grammar Accuracy: </a:t>
            </a:r>
            <a:r>
              <a:t>Syntactic correctness, subject-verb agreement, and tense consistency.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Lexical Richness: </a:t>
            </a:r>
            <a:r>
              <a:t>Herdan's C diversity score, sophisticated vocabulary, and avoidance of clichés.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Pace &amp; WPM: </a:t>
            </a:r>
            <a:r>
              <a:t>Balanced speaking rate calibrated against professional 130-160 WPM benchmark.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Fluency &amp; Flow: </a:t>
            </a:r>
            <a:r>
              <a:t>Sentence transition smoothness and absence of abrupt mid-sentence stops.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Hesitation Control: </a:t>
            </a:r>
            <a:r>
              <a:t>Elimination of unambiguous and ambiguous filler particles.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Answer Structure: </a:t>
            </a:r>
            <a:r>
              <a:t>Alignment with STAR (Situation, Task, Action, Result) methodology.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Relevance &amp; Depth: </a:t>
            </a:r>
            <a:r>
              <a:t>Directness of response, semantic overlap, and absence of topic deflection.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Confidence &amp; Energy: </a:t>
            </a:r>
            <a:r>
              <a:t>Acoustic stability and delivery assertiveness.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Scikit-Learn Adaptive Scheduler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9333EA"/>
                </a:solidFill>
              </a:rPr>
              <a:t>• Exponential Moving Average: </a:t>
            </a:r>
            <a:r>
              <a:t>Recent drill scores update learner skill axes using rolling exponential weighting.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9333EA"/>
                </a:solidFill>
              </a:rPr>
              <a:t>• Weakness Identification: </a:t>
            </a:r>
            <a:r>
              <a:t>Detects the bottom 2 lowest performing skill dimensions for targeted remediation.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9333EA"/>
                </a:solidFill>
              </a:rPr>
              <a:t>• Dynamic Difficulty Allocation: </a:t>
            </a:r>
            <a:r>
              <a:t>Categorizes practice drills into Beginner, Intermediate, and Advanced tiers.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9333EA"/>
                </a:solidFill>
              </a:rPr>
              <a:t>• Personalized Daily Drill Plan: </a:t>
            </a:r>
            <a:r>
              <a:t>Automatically schedules daily tailored tasks: 'Tense Mixing Drill' or 'Pacing Exercise'.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CAPSTONE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Intelligent Mock Interview Simulator &amp; Role Practice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Simulating high-stakes behavioral, technical, and domain-specific interviews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1. Behavioral &amp; STAR Drills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STAR Decomposition: </a:t>
            </a:r>
            <a:r>
              <a:t>Analyzes answers specifically for Situation, Task, Action, and Result components.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Leadership &amp; Conflict Scenarios: </a:t>
            </a:r>
            <a:r>
              <a:t>Real-world corporate prompts testing empathy, delegation, and problem-solving.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Completeness Scoring: </a:t>
            </a:r>
            <a:r>
              <a:t>Flags missing segments (e.g., candidate described the problem but forgot the Result).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2. Technical Question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3172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Concept Keyword Checklists: </a:t>
            </a:r>
            <a:r>
              <a:t>Evaluates fundamental computer science topics (HashMaps, Threads vs Processes, SQL vs NoSQL).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Technical Depth Scoring: </a:t>
            </a:r>
            <a:r>
              <a:t>Requires presence of core architectural concepts before awarding high scores.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No Hallucinated Grades: </a:t>
            </a:r>
            <a:r>
              <a:t>Labels incomplete or superficial technical answers honestly.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29184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783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3. Resume &amp; Role Tailoring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3172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EA5E9"/>
                </a:solidFill>
              </a:rPr>
              <a:t>• Job Role Customization: </a:t>
            </a:r>
            <a:r>
              <a:t>Candidates input target roles (e.g., 'Full-Stack Developer', 'Product Manager').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EA5E9"/>
                </a:solidFill>
              </a:rPr>
              <a:t>• Resume Ingestion: </a:t>
            </a:r>
            <a:r>
              <a:t>Tailors interview difficulty and domain scenarios to match the candidate's actual projects.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EA5E9"/>
                </a:solidFill>
              </a:rPr>
              <a:t>• Post-Session Audit: </a:t>
            </a:r>
            <a:r>
              <a:t>Produces an exhaustive diagnostic report with audio playback and actionable next steps.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ENGINEERING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The 'Honest AI' Architecture &amp; Codebase Audit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Ground-truth benchmarks and absolute refusal to fabricate uncertain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Key Audit Findings &amp; Structural Fixes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EF4444"/>
                </a:solidFill>
              </a:rPr>
              <a:t>• Pronunciation Honesty: </a:t>
            </a:r>
            <a:r>
              <a:t>Without an acoustic phoneme model, the system labels pronunciation scores as 'reliable = false' and discloses the exact text-based proxy used.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EF4444"/>
                </a:solidFill>
              </a:rPr>
              <a:t>• Elimination of Fake 45s Durations: </a:t>
            </a:r>
            <a:r>
              <a:t>Removed all hardcoded duration constants from onboarding text assessments.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EF4444"/>
                </a:solidFill>
              </a:rPr>
              <a:t>• Transparent Formula Return: </a:t>
            </a:r>
            <a:r>
              <a:t>API outputs include mathematical formulas ('grammar_score_formula', 'vocabulary_score_formula') so scores are auditable.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EF4444"/>
                </a:solidFill>
              </a:rPr>
              <a:t>• Live Backend Badge: </a:t>
            </a:r>
            <a:r>
              <a:t>UI displays clear visual badges: green 'Live from backend' vs outlined 'Demo data' to prevent deception.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The Ground-Truth Benchmark (29/29)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29 Curated Test Cases: </a:t>
            </a:r>
            <a:r>
              <a:t>Covering grammar, filler false-positive scenarios, speaking pace, relevance, and technical accuracy.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100% Passing Benchmark: </a:t>
            </a:r>
            <a:r>
              <a:t>scripts/generate_accuracy_report.py proves the system matches ground-truth data perfectly.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Automated CI/CD Verification: </a:t>
            </a:r>
            <a:r>
              <a:t>Pytest suite (tests/test_ground_truth_benchmark.py) guards against regression on every build.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Honest Limitations: </a:t>
            </a:r>
            <a:r>
              <a:t>Documented boundaries for every module: regex coverage limits and STT environmental requirements.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Modern Frontend Architecture &amp; Rich Visuals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Over 20 fully interactive pages with 3D canvas rendering and live waveform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Interactive 3D Visuals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EA5E9"/>
                </a:solidFill>
              </a:rPr>
              <a:t>• React Three Fiber: </a:t>
            </a:r>
            <a:r>
              <a:t>Embedded Three.js canvas featuring a live 3D communication orb reacting to user engagement.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EA5E9"/>
                </a:solidFill>
              </a:rPr>
              <a:t>• Audio Waveforms: </a:t>
            </a:r>
            <a:r>
              <a:t>Real-time canvas frequency visualization during speech recording.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EA5E9"/>
                </a:solidFill>
              </a:rPr>
              <a:t>• Framer Motion: </a:t>
            </a:r>
            <a:r>
              <a:t>Fluid micro-animations and route transitions creating a premium native app feel.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2918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83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Deep Analytical Dashboards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3172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Recharts Integration: </a:t>
            </a:r>
            <a:r>
              <a:t>Interactive 8-axis radar charts, skill trajectories, and weekly streak meters.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Sentence-Level Diff View: </a:t>
            </a:r>
            <a:r>
              <a:t>Shows original answer side-by-side with AI-improved rephrasing and grammar fixes.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Streak &amp; Goal Tracking: </a:t>
            </a:r>
            <a:r>
              <a:t>Gamified consistency metrics incentivizing regular daily practice.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645920"/>
            <a:ext cx="3291840" cy="7315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783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20 Complete Production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31720"/>
            <a:ext cx="29260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9333EA"/>
                </a:solidFill>
              </a:rPr>
              <a:t>• Zero Placeholder Screens: </a:t>
            </a:r>
            <a:r>
              <a:t>All pages—including Onboarding, Drills, Mock Interviews, and Profile—are fully operational.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9333EA"/>
                </a:solidFill>
              </a:rPr>
              <a:t>• Glassmorphic Design: </a:t>
            </a:r>
            <a:r>
              <a:t>Modern dark and light themes with curated HSL color schemes.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9333EA"/>
                </a:solidFill>
              </a:rPr>
              <a:t>• Responsive Layout: </a:t>
            </a:r>
            <a:r>
              <a:t>Optimized across desktop, tablet, and mobile browsers.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Lightweight, Atomic &amp; Migration-Ready Persistence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Zero-friction local setup with thread-safe atomic guarantees and ORM readiness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Atomic JSON Store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Zero-Config Installation: </a:t>
            </a:r>
            <a:r>
              <a:t>Allows anyone to clone or extract the project ZIP and run it immediately without setting up Docker or PostgreSQL.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Thread-Safe File Locking: </a:t>
            </a:r>
            <a:r>
              <a:t>Implements atomic file replace mechanisms (temp file write + atomic rename) to eliminate corruption.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Strict Schema Validation: </a:t>
            </a:r>
            <a:r>
              <a:t>Pydantic models enforce schema contracts on every disk read and write operation.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Clean Separation of Concerns: </a:t>
            </a:r>
            <a:r>
              <a:t>Learner profiles, session histories, and question banks are cleanly decoupled in separate data partitions.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Enterprise Migration Pathway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Repository Pattern: </a:t>
            </a:r>
            <a:r>
              <a:t>All storage access is mediated via abstract data access interfaces in backend/app/database/store.py.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PostgreSQL / SQLite Ready: </a:t>
            </a:r>
            <a:r>
              <a:t>Can be swapped to SQLAlchemy or Prisma with zero alterations to core business and NLP services.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JSONB Schema Match: </a:t>
            </a:r>
            <a:r>
              <a:t>Data document structure matches modern relational JSONB columns for 1-to-1 cloud migration.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Privacy-Compliant: </a:t>
            </a:r>
            <a:r>
              <a:t>All student voice data and profile history reside strictly locally on the user's machine.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EMPIRICAL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Rigorous Test Suites &amp; Latency Benchmarks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Verified through automated CI/CD unit testing and ground-truth validation suites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Ground-Truth Benchmark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Grammar Engine (8/8 Passed): </a:t>
            </a:r>
            <a:r>
              <a:t>100% precision on double negatives, subject-verb agreement, and tense mixing; 0 false positives on slang/spelling.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Filler Detection (8/8 Passed): </a:t>
            </a:r>
            <a:r>
              <a:t>100% accuracy differentiating 'I like pizza' and 'Do you know' from actual filler hesitation particles.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Speaking Pace WPM (5/5 Passed): </a:t>
            </a:r>
            <a:r>
              <a:t>Mathematical verification across varied audio duration and word counts.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Relevance &amp; Technical (8/8 Passed): </a:t>
            </a:r>
            <a:r>
              <a:t>Exact identification of off-topic answers and technical concept keyword requirements.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Execution Performance &amp; Latency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EA5E9"/>
                </a:solidFill>
              </a:rPr>
              <a:t>• Grammar Analysis Latency: </a:t>
            </a:r>
            <a:r>
              <a:t>Averaging ~12 milliseconds per sentence with local spaCy processing.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EA5E9"/>
                </a:solidFill>
              </a:rPr>
              <a:t>• Filler Word Parsing: </a:t>
            </a:r>
            <a:r>
              <a:t>Averaging ~8 milliseconds with POS-tagging and clause boundary traversal.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EA5E9"/>
                </a:solidFill>
              </a:rPr>
              <a:t>• Sub-Second Full Pipeline: </a:t>
            </a:r>
            <a:r>
              <a:t>Total end-to-end evaluation completes in under 250 milliseconds.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EA5E9"/>
                </a:solidFill>
              </a:rPr>
              <a:t>• Reproducible Command: </a:t>
            </a:r>
            <a:r>
              <a:t>Run 'python scripts/generate_accuracy_report.py' to independently verify all 29 benchmark tests.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SYSTEM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Live Step-by-Step Demonstration Journey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Walking through the complete end-to-end candidate coaching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46888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Step 1: 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1031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Signup &amp; Target Role: </a:t>
            </a:r>
            <a:r>
              <a:t>User registers and inputs career goals (e.g., Software Engineer).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Baseline Assessment: </a:t>
            </a:r>
            <a:r>
              <a:t>Short diagnostic prompt establishes initial 8-axis skill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645920"/>
            <a:ext cx="2468880" cy="731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783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Step 2: Text Practice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331720"/>
            <a:ext cx="21031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EA5E9"/>
                </a:solidFill>
              </a:rPr>
              <a:t>• Grammar Feedback: </a:t>
            </a:r>
            <a:r>
              <a:t>User submits sample answer containing common grammatical traps.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0EA5E9"/>
                </a:solidFill>
              </a:rPr>
              <a:t>• Instant Fixes: </a:t>
            </a:r>
            <a:r>
              <a:t>System highlights errors with side-by-side corrected suggestions.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45920"/>
            <a:ext cx="246888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Step 3: Voice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31720"/>
            <a:ext cx="21031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Microphone Recording: </a:t>
            </a:r>
            <a:r>
              <a:t>Candidate records spoken answer to a behavioral prompt.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Acoustic Diagnostics: </a:t>
            </a:r>
            <a:r>
              <a:t>Live WPM calculation, filler word breakdown, and pause detection.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645920"/>
            <a:ext cx="2468880" cy="73152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783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Step 4: Mock Interview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331720"/>
            <a:ext cx="210312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9333EA"/>
                </a:solidFill>
              </a:rPr>
              <a:t>• Full Simulation: </a:t>
            </a:r>
            <a:r>
              <a:t>Timed multi-question mock interview simulating real corporate interviews.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9333EA"/>
                </a:solidFill>
              </a:rPr>
              <a:t>• Adaptive Progress: </a:t>
            </a:r>
            <a:r>
              <a:t>Dashboard recalibrates with personalized daily focus areas.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System Limitations &amp; Future Enhancements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Transparent appraisal of current boundaries and strategic engineering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Current Limitations (Honest Assessment)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F59E0B"/>
                </a:solidFill>
              </a:rPr>
              <a:t>• Pronunciation Acoustic Model: </a:t>
            </a:r>
            <a:r>
              <a:t>Currently utilizes an honest text proxy rather than a full phoneme acoustic alignment model due to GPU constraints.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F59E0B"/>
                </a:solidFill>
              </a:rPr>
              <a:t>• Acoustic Environment Dependency: </a:t>
            </a:r>
            <a:r>
              <a:t>Speech-to-text accuracy depends on microphone quality and ambient background noise levels.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F59E0B"/>
                </a:solidFill>
              </a:rPr>
              <a:t>• Grammar Rule Scope: </a:t>
            </a:r>
            <a:r>
              <a:t>Core syntactic rules cover 7 primary error families; complex idioms require larger transformer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Strategic Engineering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Phase 1: Computer Vision Integration: </a:t>
            </a:r>
            <a:r>
              <a:t>Integrate MediaPipe/OpenCV to analyze eye contact, facial nervousness, and body posture.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Phase 2: Local Quantized LLM Ingestion: </a:t>
            </a:r>
            <a:r>
              <a:t>Deploy 4-bit quantized Llama-3 or Mistral models for richer dynamic conversational roleplay.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Phase 3: Multi-Speaker Diarization: </a:t>
            </a:r>
            <a:r>
              <a:t>Support panel interview simulations with multiple AI personas challenging the candidate.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Phase 4: LMS Enterprise Integration: </a:t>
            </a:r>
            <a:r>
              <a:t>Export SCORM/xAPI packages for seamless deployment in university placement portals.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560320" cy="3200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563EB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Summary of Achievements &amp; Technical Q&amp;A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Empowering students with affordable, honest, and truly adaptive communication coaching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12064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Summary of Project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Production-Grade Full Stack Platform: </a:t>
            </a:r>
            <a:r>
              <a:t>Delivered 20 interactive frontend screens, robust FastAPI backend, and sub-50ms NLP pipelines.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Pioneered 'Honest AI' Architecture: </a:t>
            </a:r>
            <a:r>
              <a:t>Eliminated black-box hallucinations and fabricated metrics; backed by 29 ground-truth tests.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End-to-End Personalization: </a:t>
            </a:r>
            <a:r>
              <a:t>Closed-loop feedback adapting practice to each student's evolving 8-axis skill profile.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10B981"/>
                </a:solidFill>
              </a:rPr>
              <a:t>• Accessible to All Students: </a:t>
            </a:r>
            <a:r>
              <a:t>Runs completely locally with zero API subscriptions or expensive hardware requirements.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645920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Anticipated Viva Defense Q&amp;A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31720"/>
            <a:ext cx="4754880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Q: Why not just use OpenAI API for everything?: </a:t>
            </a:r>
            <a:r>
              <a:t>A: Commercial APIs are costly, introduce high latency, and are black boxes. Our hybrid approach uses local spaCy and scikit-learn models for instant, deterministic, transparent scoring with zero cost.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Q: How does the system handle diverse regional accents?: </a:t>
            </a:r>
            <a:r>
              <a:t>A: OpenAI Whisper STT is trained on 680,000+ hours of multilingual data, providing high fidelity across international and Indian English accents.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rPr b="1">
                <a:solidFill>
                  <a:srgbClr val="2563EB"/>
                </a:solidFill>
              </a:rPr>
              <a:t>• Q: How do you prevent data loss in the JSON store?: </a:t>
            </a:r>
            <a:r>
              <a:t>A: Atomic file operations (write to temp file + atomic rename) prevent race conditions and file corruption.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